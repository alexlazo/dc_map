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1 - Cómo marcar un camión.
1) Se toca el camión en el mapa. 2) Se elige el estatus: el Conductor de Patio puede marcar los cuatro (Pendiente, Carga en Piso, Cargado y No Cargado; este último exige escribir el motivo) y también puede volver a Pendiente si se equivocó. El supervisor supervisa el avance y asigna camiones. 3) El cambio se ve al instante en todas las pantallas: tablets, supervisores y el dashboard.
Los colores: gris = pendiente, naranja = carga en piso, verde = cargado, rojo = no cargado. Recordar que No Cargado siempre lleva el motivo escrito.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2 - Seguimiento del turno.
La franja de arriba del tablero dice cuántos camiones faltan por cargar (pendientes + en piso), con una barra de avance y el tiempo que queda para las 10 AM. Si queda una hora o menos y aún faltan camiones, se pone roja.
El buscador acepta SV, ruta o placa: resalta el camión y apaga los demás.
El turno va de 10 PM a 10 AM. Lo que se carga en ese turno cuenta como la carga del día en que termina (10 PM del 18 a 10 AM del 19 = carga del 19). De 10 AM a 10 PM el tablero es solo de consulta. El reloj de la esquina muestra la hora del servidor, el día operativo y si estamos en turno.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3 - Sin internet y consejos para la tablet.
Si se cae el wifi, el conductor sigue marcando normal. El cambio queda guardado en la tablet (recuadro punteado azul y aviso arriba) y se envía solo cuando vuelve la señal, con la hora exacta en que se tocó el botón, no con la hora de la reconexión.
Límites: sin señal solo se marca estatus (asignar o editar camiones necesita internet). Si pasan más de 3 horas, o alguien ya cambió ese camión después, el sistema avisa y ese cambio no se aplica.
Tablet: la pantalla se mantiene encendida durante el turno; se puede instalar como app (Android: Instalar app; iPhone: Compartir &gt; Añadir a pantalla de inicio). Cada quien puede cambiar su contraseña con el botón de la llave; si la olvida, un administrador (Admin o Super Admin) se la reinicia y le da una temporal que debe cambiar al entrar.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CARGA  ·  CD SOYAPANGO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marca un camión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toques, y todos lo ven al instante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463040"/>
            <a:ext cx="329184" cy="3291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el camión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992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su lugar en el mapa y tócalo.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1F2937"/>
          </a:solidFill>
          <a:ln/>
        </p:spPr>
      </p:sp>
      <p:sp>
        <p:nvSpPr>
          <p:cNvPr id="11" name="Shape 9"/>
          <p:cNvSpPr/>
          <p:nvPr/>
        </p:nvSpPr>
        <p:spPr>
          <a:xfrm>
            <a:off x="3456432" y="1463040"/>
            <a:ext cx="329184" cy="3291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56432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895344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estatus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9992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estatus que corresponde.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1F2937"/>
          </a:solidFill>
          <a:ln/>
        </p:spPr>
      </p:sp>
      <p:sp>
        <p:nvSpPr>
          <p:cNvPr id="16" name="Shape 14"/>
          <p:cNvSpPr/>
          <p:nvPr/>
        </p:nvSpPr>
        <p:spPr>
          <a:xfrm>
            <a:off x="6291072" y="1463040"/>
            <a:ext cx="329184" cy="32918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91072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29984" y="14630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Listo: todos lo ven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9992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al instante, sin recargar.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" y="1929384"/>
            <a:ext cx="475488" cy="2743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1" name="Shape 19"/>
          <p:cNvSpPr/>
          <p:nvPr/>
        </p:nvSpPr>
        <p:spPr>
          <a:xfrm>
            <a:off x="1229868" y="1929384"/>
            <a:ext cx="475488" cy="2743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2" name="Shape 20"/>
          <p:cNvSpPr/>
          <p:nvPr/>
        </p:nvSpPr>
        <p:spPr>
          <a:xfrm>
            <a:off x="1769364" y="1929384"/>
            <a:ext cx="475488" cy="27432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3" name="Shape 21"/>
          <p:cNvSpPr/>
          <p:nvPr/>
        </p:nvSpPr>
        <p:spPr>
          <a:xfrm>
            <a:off x="2308860" y="1929384"/>
            <a:ext cx="475488" cy="27432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4" name="Shape 22"/>
          <p:cNvSpPr/>
          <p:nvPr/>
        </p:nvSpPr>
        <p:spPr>
          <a:xfrm>
            <a:off x="690372" y="2267712"/>
            <a:ext cx="475488" cy="27432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5" name="Shape 23"/>
          <p:cNvSpPr/>
          <p:nvPr/>
        </p:nvSpPr>
        <p:spPr>
          <a:xfrm>
            <a:off x="1229868" y="2267712"/>
            <a:ext cx="475488" cy="274320"/>
          </a:xfrm>
          <a:prstGeom prst="rect">
            <a:avLst/>
          </a:prstGeom>
          <a:solidFill>
            <a:srgbClr val="FDE68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29868" y="226771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0392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69364" y="2267712"/>
            <a:ext cx="475488" cy="27432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28" name="Shape 26"/>
          <p:cNvSpPr/>
          <p:nvPr/>
        </p:nvSpPr>
        <p:spPr>
          <a:xfrm>
            <a:off x="2308860" y="2267712"/>
            <a:ext cx="475488" cy="27432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9" name="Shape 27"/>
          <p:cNvSpPr/>
          <p:nvPr/>
        </p:nvSpPr>
        <p:spPr>
          <a:xfrm>
            <a:off x="690372" y="2606040"/>
            <a:ext cx="475488" cy="274320"/>
          </a:xfrm>
          <a:prstGeom prst="rect">
            <a:avLst/>
          </a:prstGeom>
          <a:solidFill>
            <a:srgbClr val="F9A8D4"/>
          </a:solidFill>
          <a:ln/>
        </p:spPr>
      </p:sp>
      <p:sp>
        <p:nvSpPr>
          <p:cNvPr id="30" name="Shape 28"/>
          <p:cNvSpPr/>
          <p:nvPr/>
        </p:nvSpPr>
        <p:spPr>
          <a:xfrm>
            <a:off x="1229868" y="2606040"/>
            <a:ext cx="475488" cy="274320"/>
          </a:xfrm>
          <a:prstGeom prst="rect">
            <a:avLst/>
          </a:prstGeom>
          <a:solidFill>
            <a:srgbClr val="F9A8D4"/>
          </a:solidFill>
          <a:ln/>
        </p:spPr>
      </p:sp>
      <p:sp>
        <p:nvSpPr>
          <p:cNvPr id="31" name="Shape 29"/>
          <p:cNvSpPr/>
          <p:nvPr/>
        </p:nvSpPr>
        <p:spPr>
          <a:xfrm>
            <a:off x="1769364" y="2606040"/>
            <a:ext cx="475488" cy="27432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2" name="Shape 30"/>
          <p:cNvSpPr/>
          <p:nvPr/>
        </p:nvSpPr>
        <p:spPr>
          <a:xfrm>
            <a:off x="2308860" y="2606040"/>
            <a:ext cx="475488" cy="27432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5628" y="249631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809" y="2574493"/>
            <a:ext cx="191110" cy="19111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3474720" y="1892808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9FAFB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584448" y="19568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0392 (AI13)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892040" y="1965960"/>
            <a:ext cx="658368" cy="164592"/>
          </a:xfrm>
          <a:prstGeom prst="roundRect">
            <a:avLst>
              <a:gd name="adj" fmla="val 50000"/>
            </a:avLst>
          </a:prstGeom>
          <a:solidFill>
            <a:srgbClr val="9CA3AF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892040" y="19659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3584448" y="2221992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D1D5D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3584448" y="22219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617720" y="2221992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617720" y="22219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en Piso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584448" y="255117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15803D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3584448" y="255117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Cargado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617720" y="2551176"/>
            <a:ext cx="960120" cy="256032"/>
          </a:xfrm>
          <a:prstGeom prst="roundRect">
            <a:avLst>
              <a:gd name="adj" fmla="val 21429"/>
            </a:avLst>
          </a:prstGeom>
          <a:solidFill>
            <a:srgbClr val="DC2626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4617720" y="255117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Cargado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309360" y="2112264"/>
            <a:ext cx="868680" cy="56692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309360" y="211226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0392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6967728" y="2002536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450" y="2064258"/>
            <a:ext cx="150876" cy="150876"/>
          </a:xfrm>
          <a:prstGeom prst="rect">
            <a:avLst/>
          </a:prstGeom>
        </p:spPr>
      </p:pic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2295144"/>
            <a:ext cx="201168" cy="201168"/>
          </a:xfrm>
          <a:prstGeom prst="rect">
            <a:avLst/>
          </a:prstGeom>
        </p:spPr>
      </p:pic>
      <p:sp>
        <p:nvSpPr>
          <p:cNvPr id="52" name="Shape 47"/>
          <p:cNvSpPr/>
          <p:nvPr/>
        </p:nvSpPr>
        <p:spPr>
          <a:xfrm>
            <a:off x="7498080" y="196596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273449"/>
          </a:solidFill>
          <a:ln/>
        </p:spPr>
      </p:sp>
      <p:sp>
        <p:nvSpPr>
          <p:cNvPr id="53" name="Shape 48"/>
          <p:cNvSpPr/>
          <p:nvPr/>
        </p:nvSpPr>
        <p:spPr>
          <a:xfrm>
            <a:off x="7571232" y="2048256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7717536" y="196596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tablet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7498080" y="227685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273449"/>
          </a:solidFill>
          <a:ln/>
        </p:spPr>
      </p:sp>
      <p:sp>
        <p:nvSpPr>
          <p:cNvPr id="56" name="Shape 51"/>
          <p:cNvSpPr/>
          <p:nvPr/>
        </p:nvSpPr>
        <p:spPr>
          <a:xfrm>
            <a:off x="7571232" y="235915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7717536" y="227685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Supervisores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7498080" y="258775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273449"/>
          </a:solidFill>
          <a:ln/>
        </p:spPr>
      </p:sp>
      <p:sp>
        <p:nvSpPr>
          <p:cNvPr id="59" name="Shape 54"/>
          <p:cNvSpPr/>
          <p:nvPr/>
        </p:nvSpPr>
        <p:spPr>
          <a:xfrm>
            <a:off x="7571232" y="267004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0" name="Text 55"/>
          <p:cNvSpPr txBox="1"/>
          <p:nvPr/>
        </p:nvSpPr>
        <p:spPr>
          <a:xfrm>
            <a:off x="7717536" y="258775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61" name="Shape 56"/>
          <p:cNvSpPr/>
          <p:nvPr/>
        </p:nvSpPr>
        <p:spPr>
          <a:xfrm>
            <a:off x="457200" y="3639312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F2937"/>
          </a:solidFill>
          <a:ln/>
        </p:spPr>
      </p:sp>
      <p:sp>
        <p:nvSpPr>
          <p:cNvPr id="62" name="Shape 57"/>
          <p:cNvSpPr/>
          <p:nvPr/>
        </p:nvSpPr>
        <p:spPr>
          <a:xfrm>
            <a:off x="548640" y="375818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9CA3AF"/>
          </a:solidFill>
          <a:ln/>
        </p:spPr>
      </p:sp>
      <p:pic>
        <p:nvPicPr>
          <p:cNvPr id="6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840480"/>
            <a:ext cx="164592" cy="164592"/>
          </a:xfrm>
          <a:prstGeom prst="rect">
            <a:avLst/>
          </a:prstGeom>
        </p:spPr>
      </p:pic>
      <p:sp>
        <p:nvSpPr>
          <p:cNvPr id="64" name="Text 58"/>
          <p:cNvSpPr txBox="1"/>
          <p:nvPr/>
        </p:nvSpPr>
        <p:spPr>
          <a:xfrm>
            <a:off x="969264" y="37124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200" dirty="0"/>
          </a:p>
        </p:txBody>
      </p:sp>
      <p:sp>
        <p:nvSpPr>
          <p:cNvPr id="65" name="Text 59"/>
          <p:cNvSpPr txBox="1"/>
          <p:nvPr/>
        </p:nvSpPr>
        <p:spPr>
          <a:xfrm>
            <a:off x="969264" y="39410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sin novedad</a:t>
            </a:r>
            <a:endParaRPr lang="en-US" sz="950" dirty="0"/>
          </a:p>
        </p:txBody>
      </p:sp>
      <p:sp>
        <p:nvSpPr>
          <p:cNvPr id="66" name="Shape 60"/>
          <p:cNvSpPr/>
          <p:nvPr/>
        </p:nvSpPr>
        <p:spPr>
          <a:xfrm>
            <a:off x="2560320" y="3639312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F2937"/>
          </a:solidFill>
          <a:ln/>
        </p:spPr>
      </p:sp>
      <p:sp>
        <p:nvSpPr>
          <p:cNvPr id="67" name="Shape 61"/>
          <p:cNvSpPr/>
          <p:nvPr/>
        </p:nvSpPr>
        <p:spPr>
          <a:xfrm>
            <a:off x="2651760" y="375818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A580C"/>
          </a:solidFill>
          <a:ln/>
        </p:spPr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4056" y="3840480"/>
            <a:ext cx="164592" cy="164592"/>
          </a:xfrm>
          <a:prstGeom prst="rect">
            <a:avLst/>
          </a:prstGeom>
        </p:spPr>
      </p:pic>
      <p:sp>
        <p:nvSpPr>
          <p:cNvPr id="69" name="Text 62"/>
          <p:cNvSpPr txBox="1"/>
          <p:nvPr/>
        </p:nvSpPr>
        <p:spPr>
          <a:xfrm>
            <a:off x="3072384" y="37124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en Piso</a:t>
            </a:r>
            <a:endParaRPr lang="en-US" sz="1200" dirty="0"/>
          </a:p>
        </p:txBody>
      </p:sp>
      <p:sp>
        <p:nvSpPr>
          <p:cNvPr id="70" name="Text 63"/>
          <p:cNvSpPr txBox="1"/>
          <p:nvPr/>
        </p:nvSpPr>
        <p:spPr>
          <a:xfrm>
            <a:off x="3072384" y="39410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empezó la carga</a:t>
            </a:r>
            <a:endParaRPr lang="en-US" sz="950" dirty="0"/>
          </a:p>
        </p:txBody>
      </p:sp>
      <p:sp>
        <p:nvSpPr>
          <p:cNvPr id="71" name="Shape 64"/>
          <p:cNvSpPr/>
          <p:nvPr/>
        </p:nvSpPr>
        <p:spPr>
          <a:xfrm>
            <a:off x="4663440" y="3639312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F2937"/>
          </a:solidFill>
          <a:ln/>
        </p:spPr>
      </p:sp>
      <p:sp>
        <p:nvSpPr>
          <p:cNvPr id="72" name="Shape 65"/>
          <p:cNvSpPr/>
          <p:nvPr/>
        </p:nvSpPr>
        <p:spPr>
          <a:xfrm>
            <a:off x="4754880" y="375818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15803D"/>
          </a:solidFill>
          <a:ln/>
        </p:spPr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176" y="3840480"/>
            <a:ext cx="164592" cy="164592"/>
          </a:xfrm>
          <a:prstGeom prst="rect">
            <a:avLst/>
          </a:prstGeom>
        </p:spPr>
      </p:pic>
      <p:sp>
        <p:nvSpPr>
          <p:cNvPr id="74" name="Text 66"/>
          <p:cNvSpPr txBox="1"/>
          <p:nvPr/>
        </p:nvSpPr>
        <p:spPr>
          <a:xfrm>
            <a:off x="5175504" y="37124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Cargado</a:t>
            </a:r>
            <a:endParaRPr lang="en-US" sz="1200" dirty="0"/>
          </a:p>
        </p:txBody>
      </p:sp>
      <p:sp>
        <p:nvSpPr>
          <p:cNvPr id="75" name="Text 67"/>
          <p:cNvSpPr txBox="1"/>
          <p:nvPr/>
        </p:nvSpPr>
        <p:spPr>
          <a:xfrm>
            <a:off x="5175504" y="39410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terminada</a:t>
            </a:r>
            <a:endParaRPr lang="en-US" sz="950" dirty="0"/>
          </a:p>
        </p:txBody>
      </p:sp>
      <p:sp>
        <p:nvSpPr>
          <p:cNvPr id="76" name="Shape 68"/>
          <p:cNvSpPr/>
          <p:nvPr/>
        </p:nvSpPr>
        <p:spPr>
          <a:xfrm>
            <a:off x="6766560" y="3639312"/>
            <a:ext cx="1920240" cy="566928"/>
          </a:xfrm>
          <a:prstGeom prst="roundRect">
            <a:avLst>
              <a:gd name="adj" fmla="val 16129"/>
            </a:avLst>
          </a:prstGeom>
          <a:solidFill>
            <a:srgbClr val="1F2937"/>
          </a:solidFill>
          <a:ln/>
        </p:spPr>
      </p:sp>
      <p:sp>
        <p:nvSpPr>
          <p:cNvPr id="77" name="Shape 69"/>
          <p:cNvSpPr/>
          <p:nvPr/>
        </p:nvSpPr>
        <p:spPr>
          <a:xfrm>
            <a:off x="6858000" y="375818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DC2626"/>
          </a:solidFill>
          <a:ln/>
        </p:spPr>
      </p:sp>
      <p:pic>
        <p:nvPicPr>
          <p:cNvPr id="7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0296" y="3840480"/>
            <a:ext cx="164592" cy="164592"/>
          </a:xfrm>
          <a:prstGeom prst="rect">
            <a:avLst/>
          </a:prstGeom>
        </p:spPr>
      </p:pic>
      <p:sp>
        <p:nvSpPr>
          <p:cNvPr id="79" name="Text 70"/>
          <p:cNvSpPr txBox="1"/>
          <p:nvPr/>
        </p:nvSpPr>
        <p:spPr>
          <a:xfrm>
            <a:off x="7278624" y="37124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Cargado</a:t>
            </a:r>
            <a:endParaRPr lang="en-US" sz="1200" dirty="0"/>
          </a:p>
        </p:txBody>
      </p:sp>
      <p:sp>
        <p:nvSpPr>
          <p:cNvPr id="80" name="Text 71"/>
          <p:cNvSpPr txBox="1"/>
          <p:nvPr/>
        </p:nvSpPr>
        <p:spPr>
          <a:xfrm>
            <a:off x="7278624" y="39410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Falló · pide comentario</a:t>
            </a:r>
            <a:endParaRPr lang="en-US" sz="950" dirty="0"/>
          </a:p>
        </p:txBody>
      </p:sp>
      <p:sp>
        <p:nvSpPr>
          <p:cNvPr id="81" name="Shape 72"/>
          <p:cNvSpPr/>
          <p:nvPr/>
        </p:nvSpPr>
        <p:spPr>
          <a:xfrm>
            <a:off x="457200" y="4315968"/>
            <a:ext cx="4023360" cy="365760"/>
          </a:xfrm>
          <a:prstGeom prst="roundRect">
            <a:avLst>
              <a:gd name="adj" fmla="val 25000"/>
            </a:avLst>
          </a:prstGeom>
          <a:solidFill>
            <a:srgbClr val="273449"/>
          </a:solidFill>
          <a:ln/>
        </p:spPr>
      </p:sp>
      <p:sp>
        <p:nvSpPr>
          <p:cNvPr id="82" name="Shape 73"/>
          <p:cNvSpPr/>
          <p:nvPr/>
        </p:nvSpPr>
        <p:spPr>
          <a:xfrm>
            <a:off x="530352" y="4370832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959" y="4428439"/>
            <a:ext cx="140818" cy="140818"/>
          </a:xfrm>
          <a:prstGeom prst="rect">
            <a:avLst/>
          </a:prstGeom>
        </p:spPr>
      </p:pic>
      <p:sp>
        <p:nvSpPr>
          <p:cNvPr id="84" name="Text 74"/>
          <p:cNvSpPr txBox="1"/>
          <p:nvPr/>
        </p:nvSpPr>
        <p:spPr>
          <a:xfrm>
            <a:off x="877824" y="43159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de Patio: </a:t>
            </a:r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estatus</a:t>
            </a:r>
            <a:endParaRPr lang="en-US" sz="1100" dirty="0"/>
          </a:p>
        </p:txBody>
      </p:sp>
      <p:sp>
        <p:nvSpPr>
          <p:cNvPr id="85" name="Shape 75"/>
          <p:cNvSpPr/>
          <p:nvPr/>
        </p:nvSpPr>
        <p:spPr>
          <a:xfrm>
            <a:off x="4663440" y="4315968"/>
            <a:ext cx="4023360" cy="365760"/>
          </a:xfrm>
          <a:prstGeom prst="roundRect">
            <a:avLst>
              <a:gd name="adj" fmla="val 25000"/>
            </a:avLst>
          </a:prstGeom>
          <a:solidFill>
            <a:srgbClr val="273449"/>
          </a:solidFill>
          <a:ln/>
        </p:spPr>
      </p:sp>
      <p:sp>
        <p:nvSpPr>
          <p:cNvPr id="86" name="Shape 76"/>
          <p:cNvSpPr/>
          <p:nvPr/>
        </p:nvSpPr>
        <p:spPr>
          <a:xfrm>
            <a:off x="4736592" y="4370832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4199" y="4428439"/>
            <a:ext cx="140818" cy="140818"/>
          </a:xfrm>
          <a:prstGeom prst="rect">
            <a:avLst/>
          </a:prstGeom>
        </p:spPr>
      </p:pic>
      <p:sp>
        <p:nvSpPr>
          <p:cNvPr id="88" name="Text 77"/>
          <p:cNvSpPr txBox="1"/>
          <p:nvPr/>
        </p:nvSpPr>
        <p:spPr>
          <a:xfrm>
            <a:off x="5084064" y="43159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 el avance y asigna camiones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CARGA  ·  CD SOYAPANGO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el avance del turno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importante siempre está a la vista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77840" cy="621792"/>
          </a:xfrm>
          <a:prstGeom prst="roundRect">
            <a:avLst>
              <a:gd name="adj" fmla="val 13235"/>
            </a:avLst>
          </a:prstGeom>
          <a:solidFill>
            <a:srgbClr val="0B1220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7160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4447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por cargar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6642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117 camiones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34640" y="1508760"/>
            <a:ext cx="1600200" cy="10058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0" name="Shape 8"/>
          <p:cNvSpPr/>
          <p:nvPr/>
        </p:nvSpPr>
        <p:spPr>
          <a:xfrm>
            <a:off x="2834640" y="1508760"/>
            <a:ext cx="816102" cy="10058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Shape 9"/>
          <p:cNvSpPr/>
          <p:nvPr/>
        </p:nvSpPr>
        <p:spPr>
          <a:xfrm>
            <a:off x="3650742" y="1508760"/>
            <a:ext cx="160020" cy="10058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Shape 10"/>
          <p:cNvSpPr/>
          <p:nvPr/>
        </p:nvSpPr>
        <p:spPr>
          <a:xfrm>
            <a:off x="3810762" y="1508760"/>
            <a:ext cx="48006" cy="1005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834640" y="16733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cargados · 12 en piso · 3 no cargados</a:t>
            </a:r>
            <a:endParaRPr lang="en-US" sz="8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572768"/>
            <a:ext cx="164592" cy="16459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846320" y="15087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en 3 h 12 min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2057400"/>
            <a:ext cx="5577840" cy="621792"/>
          </a:xfrm>
          <a:prstGeom prst="roundRect">
            <a:avLst>
              <a:gd name="adj" fmla="val 13235"/>
            </a:avLst>
          </a:prstGeom>
          <a:solidFill>
            <a:srgbClr val="7F1D1D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" y="21031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1389888" y="21762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por cargar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389888" y="2395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117 camiones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834640" y="2240280"/>
            <a:ext cx="1600200" cy="100584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1" name="Shape 18"/>
          <p:cNvSpPr/>
          <p:nvPr/>
        </p:nvSpPr>
        <p:spPr>
          <a:xfrm>
            <a:off x="2834640" y="2240280"/>
            <a:ext cx="1360170" cy="10058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2" name="Shape 19"/>
          <p:cNvSpPr/>
          <p:nvPr/>
        </p:nvSpPr>
        <p:spPr>
          <a:xfrm>
            <a:off x="4194810" y="2240280"/>
            <a:ext cx="64008" cy="10058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3" name="Shape 20"/>
          <p:cNvSpPr/>
          <p:nvPr/>
        </p:nvSpPr>
        <p:spPr>
          <a:xfrm>
            <a:off x="4258818" y="2240280"/>
            <a:ext cx="48006" cy="1005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834640" y="24048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cargados · 5 en piso · 3 no cargados</a:t>
            </a:r>
            <a:endParaRPr lang="en-US" sz="8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304288"/>
            <a:ext cx="164592" cy="16459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484632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en 40 min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263640" y="1380744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08" y="1467612"/>
            <a:ext cx="173736" cy="173736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720840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= pendientes + camiones en piso.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263640" y="1892808"/>
            <a:ext cx="347472" cy="347472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508" y="1979676"/>
            <a:ext cx="173736" cy="17373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720840" y="18379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Barra: verde cargados, naranja en piso, rojo no cargados.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6263640" y="2404872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508" y="2491740"/>
            <a:ext cx="173736" cy="17373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6720840" y="23500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pone roja si queda 1 hora o menos y aún faltan camiones.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57200" y="2926080"/>
            <a:ext cx="4069080" cy="1783080"/>
          </a:xfrm>
          <a:prstGeom prst="roundRect">
            <a:avLst>
              <a:gd name="adj" fmla="val 6154"/>
            </a:avLst>
          </a:prstGeom>
          <a:solidFill>
            <a:srgbClr val="1F2937"/>
          </a:solidFill>
          <a:ln/>
        </p:spPr>
      </p:sp>
      <p:sp>
        <p:nvSpPr>
          <p:cNvPr id="37" name="Shape 30"/>
          <p:cNvSpPr/>
          <p:nvPr/>
        </p:nvSpPr>
        <p:spPr>
          <a:xfrm>
            <a:off x="621792" y="305409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136392"/>
            <a:ext cx="164592" cy="16459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042416" y="3054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un camión</a:t>
            </a:r>
            <a:endParaRPr lang="en-US" sz="1500" dirty="0"/>
          </a:p>
        </p:txBody>
      </p:sp>
      <p:sp>
        <p:nvSpPr>
          <p:cNvPr id="40" name="Shape 32"/>
          <p:cNvSpPr/>
          <p:nvPr/>
        </p:nvSpPr>
        <p:spPr>
          <a:xfrm>
            <a:off x="640080" y="3529584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602736"/>
            <a:ext cx="128016" cy="128016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32688" y="35295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0392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SV, ruta o placa</a:t>
            </a:r>
            <a:endParaRPr lang="en-US" sz="1050" dirty="0"/>
          </a:p>
        </p:txBody>
      </p:sp>
      <p:sp>
        <p:nvSpPr>
          <p:cNvPr id="43" name="Text 34"/>
          <p:cNvSpPr txBox="1"/>
          <p:nvPr/>
        </p:nvSpPr>
        <p:spPr>
          <a:xfrm>
            <a:off x="640080" y="3913632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camión se resalta y los demás se apagan.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2670048" y="3511296"/>
            <a:ext cx="310896" cy="228600"/>
          </a:xfrm>
          <a:prstGeom prst="rect">
            <a:avLst/>
          </a:prstGeom>
          <a:solidFill>
            <a:srgbClr val="93C5FD">
              <a:alpha val="28000"/>
            </a:srgbClr>
          </a:solidFill>
          <a:ln/>
        </p:spPr>
      </p:sp>
      <p:sp>
        <p:nvSpPr>
          <p:cNvPr id="45" name="Shape 36"/>
          <p:cNvSpPr/>
          <p:nvPr/>
        </p:nvSpPr>
        <p:spPr>
          <a:xfrm>
            <a:off x="3026664" y="3511296"/>
            <a:ext cx="310896" cy="228600"/>
          </a:xfrm>
          <a:prstGeom prst="rect">
            <a:avLst/>
          </a:prstGeom>
          <a:solidFill>
            <a:srgbClr val="86EFAC">
              <a:alpha val="28000"/>
            </a:srgbClr>
          </a:solidFill>
          <a:ln/>
        </p:spPr>
      </p:sp>
      <p:sp>
        <p:nvSpPr>
          <p:cNvPr id="46" name="Shape 37"/>
          <p:cNvSpPr/>
          <p:nvPr/>
        </p:nvSpPr>
        <p:spPr>
          <a:xfrm>
            <a:off x="3383280" y="3511296"/>
            <a:ext cx="310896" cy="228600"/>
          </a:xfrm>
          <a:prstGeom prst="rect">
            <a:avLst/>
          </a:prstGeom>
          <a:solidFill>
            <a:srgbClr val="FDE68A">
              <a:alpha val="28000"/>
            </a:srgbClr>
          </a:solidFill>
          <a:ln/>
        </p:spPr>
      </p:sp>
      <p:sp>
        <p:nvSpPr>
          <p:cNvPr id="47" name="Shape 38"/>
          <p:cNvSpPr/>
          <p:nvPr/>
        </p:nvSpPr>
        <p:spPr>
          <a:xfrm>
            <a:off x="3739896" y="3511296"/>
            <a:ext cx="310896" cy="228600"/>
          </a:xfrm>
          <a:prstGeom prst="rect">
            <a:avLst/>
          </a:prstGeom>
          <a:solidFill>
            <a:srgbClr val="F9A8D4">
              <a:alpha val="28000"/>
            </a:srgbClr>
          </a:solidFill>
          <a:ln/>
        </p:spPr>
      </p:sp>
      <p:sp>
        <p:nvSpPr>
          <p:cNvPr id="48" name="Shape 39"/>
          <p:cNvSpPr/>
          <p:nvPr/>
        </p:nvSpPr>
        <p:spPr>
          <a:xfrm>
            <a:off x="4096512" y="3511296"/>
            <a:ext cx="310896" cy="228600"/>
          </a:xfrm>
          <a:prstGeom prst="rect">
            <a:avLst/>
          </a:prstGeom>
          <a:solidFill>
            <a:srgbClr val="C4B5FD">
              <a:alpha val="28000"/>
            </a:srgbClr>
          </a:solidFill>
          <a:ln/>
        </p:spPr>
      </p:sp>
      <p:sp>
        <p:nvSpPr>
          <p:cNvPr id="49" name="Shape 40"/>
          <p:cNvSpPr/>
          <p:nvPr/>
        </p:nvSpPr>
        <p:spPr>
          <a:xfrm>
            <a:off x="2670048" y="3785616"/>
            <a:ext cx="310896" cy="228600"/>
          </a:xfrm>
          <a:prstGeom prst="rect">
            <a:avLst/>
          </a:prstGeom>
          <a:solidFill>
            <a:srgbClr val="93C5FD">
              <a:alpha val="28000"/>
            </a:srgbClr>
          </a:solidFill>
          <a:ln/>
        </p:spPr>
      </p:sp>
      <p:sp>
        <p:nvSpPr>
          <p:cNvPr id="50" name="Shape 41"/>
          <p:cNvSpPr/>
          <p:nvPr/>
        </p:nvSpPr>
        <p:spPr>
          <a:xfrm>
            <a:off x="3026664" y="3785616"/>
            <a:ext cx="310896" cy="228600"/>
          </a:xfrm>
          <a:prstGeom prst="rect">
            <a:avLst/>
          </a:prstGeom>
          <a:solidFill>
            <a:srgbClr val="86EFAC">
              <a:alpha val="28000"/>
            </a:srgbClr>
          </a:solidFill>
          <a:ln/>
        </p:spPr>
      </p:sp>
      <p:sp>
        <p:nvSpPr>
          <p:cNvPr id="51" name="Shape 42"/>
          <p:cNvSpPr/>
          <p:nvPr/>
        </p:nvSpPr>
        <p:spPr>
          <a:xfrm>
            <a:off x="3383280" y="3785616"/>
            <a:ext cx="310896" cy="228600"/>
          </a:xfrm>
          <a:prstGeom prst="rect">
            <a:avLst/>
          </a:prstGeom>
          <a:solidFill>
            <a:srgbClr val="FDE68A"/>
          </a:solidFill>
          <a:ln w="28575">
            <a:solidFill>
              <a:srgbClr val="FBBF24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3739896" y="3785616"/>
            <a:ext cx="310896" cy="228600"/>
          </a:xfrm>
          <a:prstGeom prst="rect">
            <a:avLst/>
          </a:prstGeom>
          <a:solidFill>
            <a:srgbClr val="F9A8D4">
              <a:alpha val="28000"/>
            </a:srgbClr>
          </a:solidFill>
          <a:ln/>
        </p:spPr>
      </p:sp>
      <p:sp>
        <p:nvSpPr>
          <p:cNvPr id="53" name="Shape 44"/>
          <p:cNvSpPr/>
          <p:nvPr/>
        </p:nvSpPr>
        <p:spPr>
          <a:xfrm>
            <a:off x="4096512" y="3785616"/>
            <a:ext cx="310896" cy="228600"/>
          </a:xfrm>
          <a:prstGeom prst="rect">
            <a:avLst/>
          </a:prstGeom>
          <a:solidFill>
            <a:srgbClr val="C4B5FD">
              <a:alpha val="28000"/>
            </a:srgbClr>
          </a:solidFill>
          <a:ln/>
        </p:spPr>
      </p:sp>
      <p:sp>
        <p:nvSpPr>
          <p:cNvPr id="54" name="Shape 45"/>
          <p:cNvSpPr/>
          <p:nvPr/>
        </p:nvSpPr>
        <p:spPr>
          <a:xfrm>
            <a:off x="2670048" y="4059936"/>
            <a:ext cx="310896" cy="228600"/>
          </a:xfrm>
          <a:prstGeom prst="rect">
            <a:avLst/>
          </a:prstGeom>
          <a:solidFill>
            <a:srgbClr val="93C5FD">
              <a:alpha val="28000"/>
            </a:srgbClr>
          </a:solidFill>
          <a:ln/>
        </p:spPr>
      </p:sp>
      <p:sp>
        <p:nvSpPr>
          <p:cNvPr id="55" name="Shape 46"/>
          <p:cNvSpPr/>
          <p:nvPr/>
        </p:nvSpPr>
        <p:spPr>
          <a:xfrm>
            <a:off x="3026664" y="4059936"/>
            <a:ext cx="310896" cy="228600"/>
          </a:xfrm>
          <a:prstGeom prst="rect">
            <a:avLst/>
          </a:prstGeom>
          <a:solidFill>
            <a:srgbClr val="86EFAC">
              <a:alpha val="28000"/>
            </a:srgbClr>
          </a:solidFill>
          <a:ln/>
        </p:spPr>
      </p:sp>
      <p:sp>
        <p:nvSpPr>
          <p:cNvPr id="56" name="Shape 47"/>
          <p:cNvSpPr/>
          <p:nvPr/>
        </p:nvSpPr>
        <p:spPr>
          <a:xfrm>
            <a:off x="3383280" y="4059936"/>
            <a:ext cx="310896" cy="228600"/>
          </a:xfrm>
          <a:prstGeom prst="rect">
            <a:avLst/>
          </a:prstGeom>
          <a:solidFill>
            <a:srgbClr val="FDE68A">
              <a:alpha val="28000"/>
            </a:srgbClr>
          </a:solidFill>
          <a:ln/>
        </p:spPr>
      </p:sp>
      <p:sp>
        <p:nvSpPr>
          <p:cNvPr id="57" name="Shape 48"/>
          <p:cNvSpPr/>
          <p:nvPr/>
        </p:nvSpPr>
        <p:spPr>
          <a:xfrm>
            <a:off x="3739896" y="4059936"/>
            <a:ext cx="310896" cy="228600"/>
          </a:xfrm>
          <a:prstGeom prst="rect">
            <a:avLst/>
          </a:prstGeom>
          <a:solidFill>
            <a:srgbClr val="F9A8D4">
              <a:alpha val="28000"/>
            </a:srgbClr>
          </a:solidFill>
          <a:ln/>
        </p:spPr>
      </p:sp>
      <p:sp>
        <p:nvSpPr>
          <p:cNvPr id="58" name="Shape 49"/>
          <p:cNvSpPr/>
          <p:nvPr/>
        </p:nvSpPr>
        <p:spPr>
          <a:xfrm>
            <a:off x="4096512" y="4059936"/>
            <a:ext cx="310896" cy="228600"/>
          </a:xfrm>
          <a:prstGeom prst="rect">
            <a:avLst/>
          </a:prstGeom>
          <a:solidFill>
            <a:srgbClr val="C4B5FD">
              <a:alpha val="28000"/>
            </a:srgbClr>
          </a:solidFill>
          <a:ln/>
        </p:spPr>
      </p:sp>
      <p:sp>
        <p:nvSpPr>
          <p:cNvPr id="59" name="Shape 50"/>
          <p:cNvSpPr/>
          <p:nvPr/>
        </p:nvSpPr>
        <p:spPr>
          <a:xfrm>
            <a:off x="2670048" y="4334256"/>
            <a:ext cx="310896" cy="228600"/>
          </a:xfrm>
          <a:prstGeom prst="rect">
            <a:avLst/>
          </a:prstGeom>
          <a:solidFill>
            <a:srgbClr val="93C5FD">
              <a:alpha val="28000"/>
            </a:srgbClr>
          </a:solidFill>
          <a:ln/>
        </p:spPr>
      </p:sp>
      <p:sp>
        <p:nvSpPr>
          <p:cNvPr id="60" name="Shape 51"/>
          <p:cNvSpPr/>
          <p:nvPr/>
        </p:nvSpPr>
        <p:spPr>
          <a:xfrm>
            <a:off x="3026664" y="4334256"/>
            <a:ext cx="310896" cy="228600"/>
          </a:xfrm>
          <a:prstGeom prst="rect">
            <a:avLst/>
          </a:prstGeom>
          <a:solidFill>
            <a:srgbClr val="86EFAC">
              <a:alpha val="28000"/>
            </a:srgbClr>
          </a:solidFill>
          <a:ln/>
        </p:spPr>
      </p:sp>
      <p:sp>
        <p:nvSpPr>
          <p:cNvPr id="61" name="Shape 52"/>
          <p:cNvSpPr/>
          <p:nvPr/>
        </p:nvSpPr>
        <p:spPr>
          <a:xfrm>
            <a:off x="3383280" y="4334256"/>
            <a:ext cx="310896" cy="228600"/>
          </a:xfrm>
          <a:prstGeom prst="rect">
            <a:avLst/>
          </a:prstGeom>
          <a:solidFill>
            <a:srgbClr val="FDE68A">
              <a:alpha val="28000"/>
            </a:srgbClr>
          </a:solidFill>
          <a:ln/>
        </p:spPr>
      </p:sp>
      <p:sp>
        <p:nvSpPr>
          <p:cNvPr id="62" name="Shape 53"/>
          <p:cNvSpPr/>
          <p:nvPr/>
        </p:nvSpPr>
        <p:spPr>
          <a:xfrm>
            <a:off x="3739896" y="4334256"/>
            <a:ext cx="310896" cy="228600"/>
          </a:xfrm>
          <a:prstGeom prst="rect">
            <a:avLst/>
          </a:prstGeom>
          <a:solidFill>
            <a:srgbClr val="F9A8D4">
              <a:alpha val="28000"/>
            </a:srgbClr>
          </a:solidFill>
          <a:ln/>
        </p:spPr>
      </p:sp>
      <p:sp>
        <p:nvSpPr>
          <p:cNvPr id="63" name="Shape 54"/>
          <p:cNvSpPr/>
          <p:nvPr/>
        </p:nvSpPr>
        <p:spPr>
          <a:xfrm>
            <a:off x="4096512" y="4334256"/>
            <a:ext cx="310896" cy="228600"/>
          </a:xfrm>
          <a:prstGeom prst="rect">
            <a:avLst/>
          </a:prstGeom>
          <a:solidFill>
            <a:srgbClr val="C4B5FD">
              <a:alpha val="28000"/>
            </a:srgbClr>
          </a:solidFill>
          <a:ln/>
        </p:spPr>
      </p:sp>
      <p:sp>
        <p:nvSpPr>
          <p:cNvPr id="64" name="Shape 55"/>
          <p:cNvSpPr/>
          <p:nvPr/>
        </p:nvSpPr>
        <p:spPr>
          <a:xfrm>
            <a:off x="4617720" y="2926080"/>
            <a:ext cx="4069080" cy="1783080"/>
          </a:xfrm>
          <a:prstGeom prst="roundRect">
            <a:avLst>
              <a:gd name="adj" fmla="val 6154"/>
            </a:avLst>
          </a:prstGeom>
          <a:solidFill>
            <a:srgbClr val="1F2937"/>
          </a:solidFill>
          <a:ln/>
        </p:spPr>
      </p:sp>
      <p:sp>
        <p:nvSpPr>
          <p:cNvPr id="65" name="Shape 56"/>
          <p:cNvSpPr/>
          <p:nvPr/>
        </p:nvSpPr>
        <p:spPr>
          <a:xfrm>
            <a:off x="4782312" y="3054096"/>
            <a:ext cx="329184" cy="329184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6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136392"/>
            <a:ext cx="164592" cy="164592"/>
          </a:xfrm>
          <a:prstGeom prst="rect">
            <a:avLst/>
          </a:prstGeom>
        </p:spPr>
      </p:pic>
      <p:sp>
        <p:nvSpPr>
          <p:cNvPr id="67" name="Text 57"/>
          <p:cNvSpPr txBox="1"/>
          <p:nvPr/>
        </p:nvSpPr>
        <p:spPr>
          <a:xfrm>
            <a:off x="5202936" y="30540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turno y el reloj</a:t>
            </a:r>
            <a:endParaRPr lang="en-US" sz="1500" dirty="0"/>
          </a:p>
        </p:txBody>
      </p:sp>
      <p:sp>
        <p:nvSpPr>
          <p:cNvPr id="68" name="Shape 58"/>
          <p:cNvSpPr/>
          <p:nvPr/>
        </p:nvSpPr>
        <p:spPr>
          <a:xfrm>
            <a:off x="4800600" y="3511296"/>
            <a:ext cx="1851660" cy="27432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9" name="Shape 59"/>
          <p:cNvSpPr/>
          <p:nvPr/>
        </p:nvSpPr>
        <p:spPr>
          <a:xfrm>
            <a:off x="6652260" y="3511296"/>
            <a:ext cx="185166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0" name="Text 60"/>
          <p:cNvSpPr txBox="1"/>
          <p:nvPr/>
        </p:nvSpPr>
        <p:spPr>
          <a:xfrm>
            <a:off x="4800600" y="3511296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consulta</a:t>
            </a:r>
            <a:endParaRPr lang="en-US" sz="1000" dirty="0"/>
          </a:p>
        </p:txBody>
      </p:sp>
      <p:sp>
        <p:nvSpPr>
          <p:cNvPr id="71" name="Text 61"/>
          <p:cNvSpPr txBox="1"/>
          <p:nvPr/>
        </p:nvSpPr>
        <p:spPr>
          <a:xfrm>
            <a:off x="6652260" y="3511296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marcar</a:t>
            </a:r>
            <a:endParaRPr lang="en-US" sz="1000" dirty="0"/>
          </a:p>
        </p:txBody>
      </p:sp>
      <p:sp>
        <p:nvSpPr>
          <p:cNvPr id="72" name="Text 62"/>
          <p:cNvSpPr txBox="1"/>
          <p:nvPr/>
        </p:nvSpPr>
        <p:spPr>
          <a:xfrm>
            <a:off x="4800600" y="38130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</a:t>
            </a:r>
            <a:endParaRPr lang="en-US" sz="900" dirty="0"/>
          </a:p>
        </p:txBody>
      </p:sp>
      <p:sp>
        <p:nvSpPr>
          <p:cNvPr id="73" name="Text 63"/>
          <p:cNvSpPr txBox="1"/>
          <p:nvPr/>
        </p:nvSpPr>
        <p:spPr>
          <a:xfrm>
            <a:off x="6377940" y="38130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PM</a:t>
            </a:r>
            <a:endParaRPr lang="en-US" sz="900" dirty="0"/>
          </a:p>
        </p:txBody>
      </p:sp>
      <p:sp>
        <p:nvSpPr>
          <p:cNvPr id="74" name="Text 64"/>
          <p:cNvSpPr txBox="1"/>
          <p:nvPr/>
        </p:nvSpPr>
        <p:spPr>
          <a:xfrm>
            <a:off x="7955280" y="38130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</a:t>
            </a:r>
            <a:endParaRPr lang="en-US" sz="900" dirty="0"/>
          </a:p>
        </p:txBody>
      </p:sp>
      <p:sp>
        <p:nvSpPr>
          <p:cNvPr id="75" name="Text 65"/>
          <p:cNvSpPr txBox="1"/>
          <p:nvPr/>
        </p:nvSpPr>
        <p:spPr>
          <a:xfrm>
            <a:off x="4800600" y="4041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cargado de 10 PM del 18 a 10 AM del 19 cuenta como la carga del 19.</a:t>
            </a:r>
            <a:endParaRPr lang="en-US" sz="1100" dirty="0"/>
          </a:p>
        </p:txBody>
      </p:sp>
      <p:sp>
        <p:nvSpPr>
          <p:cNvPr id="76" name="Text 66"/>
          <p:cNvSpPr txBox="1"/>
          <p:nvPr/>
        </p:nvSpPr>
        <p:spPr>
          <a:xfrm>
            <a:off x="7315200" y="402336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Reloj de la esquina</a:t>
            </a:r>
            <a:endParaRPr lang="en-US" sz="800" dirty="0"/>
          </a:p>
        </p:txBody>
      </p:sp>
      <p:sp>
        <p:nvSpPr>
          <p:cNvPr id="77" name="Shape 67"/>
          <p:cNvSpPr/>
          <p:nvPr/>
        </p:nvSpPr>
        <p:spPr>
          <a:xfrm>
            <a:off x="7315200" y="4206240"/>
            <a:ext cx="1188720" cy="402336"/>
          </a:xfrm>
          <a:prstGeom prst="roundRect">
            <a:avLst>
              <a:gd name="adj" fmla="val 27273"/>
            </a:avLst>
          </a:prstGeom>
          <a:solidFill>
            <a:srgbClr val="0B1220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7388352" y="4389120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9" name="Text 69"/>
          <p:cNvSpPr txBox="1"/>
          <p:nvPr/>
        </p:nvSpPr>
        <p:spPr>
          <a:xfrm>
            <a:off x="7516368" y="42245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10:52 PM</a:t>
            </a:r>
            <a:endParaRPr lang="en-US" sz="1100" dirty="0"/>
          </a:p>
        </p:txBody>
      </p:sp>
      <p:sp>
        <p:nvSpPr>
          <p:cNvPr id="80" name="Text 70"/>
          <p:cNvSpPr txBox="1"/>
          <p:nvPr/>
        </p:nvSpPr>
        <p:spPr>
          <a:xfrm>
            <a:off x="7516368" y="4416552"/>
            <a:ext cx="987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op. 19/9 · en turno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CARGA  ·  CD SOYAPANGO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internet, tu trabajo se guarda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78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consejos para usar la app en tu tablet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664208" cy="1965960"/>
          </a:xfrm>
          <a:prstGeom prst="roundRect">
            <a:avLst>
              <a:gd name="adj" fmla="val 6593"/>
            </a:avLst>
          </a:prstGeom>
          <a:solidFill>
            <a:srgbClr val="1F2937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1453896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536192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4128" y="1453896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cae la señal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269748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trabajando normal; el tablero avisa arriba.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76856" y="1325880"/>
            <a:ext cx="1664208" cy="1965960"/>
          </a:xfrm>
          <a:prstGeom prst="roundRect">
            <a:avLst>
              <a:gd name="adj" fmla="val 6593"/>
            </a:avLst>
          </a:prstGeom>
          <a:solidFill>
            <a:srgbClr val="1F2937"/>
          </a:solidFill>
          <a:ln/>
        </p:spPr>
      </p:sp>
      <p:sp>
        <p:nvSpPr>
          <p:cNvPr id="11" name="Shape 8"/>
          <p:cNvSpPr/>
          <p:nvPr/>
        </p:nvSpPr>
        <p:spPr>
          <a:xfrm>
            <a:off x="2404872" y="1453896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153619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43784" y="1453896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Sigues marcando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404872" y="269748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guardado en tu tablet (recuadro punteado azul).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096512" y="1325880"/>
            <a:ext cx="1664208" cy="1965960"/>
          </a:xfrm>
          <a:prstGeom prst="roundRect">
            <a:avLst>
              <a:gd name="adj" fmla="val 6593"/>
            </a:avLst>
          </a:prstGeom>
          <a:solidFill>
            <a:srgbClr val="1F2937"/>
          </a:solidFill>
          <a:ln/>
        </p:spPr>
      </p:sp>
      <p:sp>
        <p:nvSpPr>
          <p:cNvPr id="16" name="Shape 12"/>
          <p:cNvSpPr/>
          <p:nvPr/>
        </p:nvSpPr>
        <p:spPr>
          <a:xfrm>
            <a:off x="4224528" y="1453896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536192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663440" y="1453896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la señal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224528" y="2697480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envía solo, con la hora en que lo marcaste.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85216" y="1984248"/>
            <a:ext cx="1408176" cy="54864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58368" y="1984248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conexión: puedes seguir marcando camiones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423160" y="2002536"/>
            <a:ext cx="640080" cy="365760"/>
          </a:xfrm>
          <a:prstGeom prst="rect">
            <a:avLst/>
          </a:prstGeom>
          <a:solidFill>
            <a:srgbClr val="15803D"/>
          </a:solidFill>
          <a:ln w="25400">
            <a:solidFill>
              <a:srgbClr val="93C5FD"/>
            </a:solidFill>
            <a:prstDash val="dash"/>
          </a:ln>
        </p:spPr>
      </p:sp>
      <p:sp>
        <p:nvSpPr>
          <p:cNvPr id="23" name="Text 18"/>
          <p:cNvSpPr txBox="1"/>
          <p:nvPr/>
        </p:nvSpPr>
        <p:spPr>
          <a:xfrm>
            <a:off x="2423160" y="20025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0392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953512" y="1929384"/>
            <a:ext cx="182880" cy="1828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88" y="1965960"/>
            <a:ext cx="109728" cy="10972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3154680" y="2075688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3154680" y="207568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sin enviar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224528" y="1984248"/>
            <a:ext cx="1408176" cy="603504"/>
          </a:xfrm>
          <a:prstGeom prst="roundRect">
            <a:avLst>
              <a:gd name="adj" fmla="val 12121"/>
            </a:avLst>
          </a:prstGeom>
          <a:solidFill>
            <a:srgbClr val="F9FAFB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4306824" y="20574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marcaste: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3:12 AM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4306824" y="229514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registró: </a:t>
            </a:r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3:12 AM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457200" y="3474720"/>
            <a:ext cx="5303520" cy="1207008"/>
          </a:xfrm>
          <a:prstGeom prst="roundRect">
            <a:avLst>
              <a:gd name="adj" fmla="val 9091"/>
            </a:avLst>
          </a:prstGeom>
          <a:solidFill>
            <a:srgbClr val="1F2937"/>
          </a:solidFill>
          <a:ln/>
        </p:spPr>
      </p:sp>
      <p:sp>
        <p:nvSpPr>
          <p:cNvPr id="32" name="Shape 26"/>
          <p:cNvSpPr/>
          <p:nvPr/>
        </p:nvSpPr>
        <p:spPr>
          <a:xfrm>
            <a:off x="621792" y="3621024"/>
            <a:ext cx="347472" cy="347472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707892"/>
            <a:ext cx="173736" cy="173736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115568" y="36027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presente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1115568" y="389534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señal solo puedes marcar estatus; asignar o editar camiones necesita internet.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pasan más de 3 horas, o alguien ya cambió ese camión, te avisa y ese cambio no se aplica.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943600" y="1325880"/>
            <a:ext cx="2743200" cy="3355848"/>
          </a:xfrm>
          <a:prstGeom prst="roundRect">
            <a:avLst>
              <a:gd name="adj" fmla="val 4000"/>
            </a:avLst>
          </a:prstGeom>
          <a:solidFill>
            <a:srgbClr val="1F2937"/>
          </a:solidFill>
          <a:ln/>
        </p:spPr>
      </p:sp>
      <p:sp>
        <p:nvSpPr>
          <p:cNvPr id="37" name="Shape 30"/>
          <p:cNvSpPr/>
          <p:nvPr/>
        </p:nvSpPr>
        <p:spPr>
          <a:xfrm>
            <a:off x="6108192" y="145389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5060" y="1540764"/>
            <a:ext cx="173736" cy="173736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565392" y="14538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tu tablet</a:t>
            </a:r>
            <a:endParaRPr lang="en-US" sz="1500" dirty="0"/>
          </a:p>
        </p:txBody>
      </p:sp>
      <p:sp>
        <p:nvSpPr>
          <p:cNvPr id="40" name="Shape 32"/>
          <p:cNvSpPr/>
          <p:nvPr/>
        </p:nvSpPr>
        <p:spPr>
          <a:xfrm>
            <a:off x="6108192" y="2020824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2112264"/>
            <a:ext cx="182880" cy="18288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583680" y="200253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encendida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6583680" y="224028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apaga durante el turno.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6108192" y="2862072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2953512"/>
            <a:ext cx="182880" cy="18288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6583680" y="284378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Instálala como app</a:t>
            </a:r>
            <a:endParaRPr lang="en-US" sz="1200" dirty="0"/>
          </a:p>
        </p:txBody>
      </p:sp>
      <p:sp>
        <p:nvSpPr>
          <p:cNvPr id="47" name="Text 37"/>
          <p:cNvSpPr txBox="1"/>
          <p:nvPr/>
        </p:nvSpPr>
        <p:spPr>
          <a:xfrm>
            <a:off x="6583680" y="3081528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«Instalar app». iPhone: Compartir y «Añadir a inicio».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6108192" y="3739896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9632" y="3831336"/>
            <a:ext cx="182880" cy="182880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6583680" y="37216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contraseña</a:t>
            </a:r>
            <a:endParaRPr lang="en-US" sz="1200" dirty="0"/>
          </a:p>
        </p:txBody>
      </p:sp>
      <p:sp>
        <p:nvSpPr>
          <p:cNvPr id="51" name="Text 40"/>
          <p:cNvSpPr txBox="1"/>
          <p:nvPr/>
        </p:nvSpPr>
        <p:spPr>
          <a:xfrm>
            <a:off x="6583680" y="395935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de llave, arriba. ¿La olvidaste? Pide a un administrador que te la reinicie: te dará una temporal.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 Map - Guía rápida para operadores</dc:title>
  <dc:subject>PptxGenJS Presentation</dc:subject>
  <dc:creator>CD Soyapango</dc:creator>
  <cp:lastModifiedBy>CD Soyapango</cp:lastModifiedBy>
  <cp:revision>1</cp:revision>
  <dcterms:created xsi:type="dcterms:W3CDTF">2026-09-21T18:13:00Z</dcterms:created>
  <dcterms:modified xsi:type="dcterms:W3CDTF">2026-09-21T18:13:00Z</dcterms:modified>
</cp:coreProperties>
</file>